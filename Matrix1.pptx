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007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Migration by State — FCU vs FISCU Geographic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states by CU count  |  Share of CUs projected to move up, stay, or move down over 5 years  |  States ranked by number of CUs moving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FCU — Top 20 States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7150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FCU State Migration chart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63640" y="100584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FISCU — Top 20 States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7150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246888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FISCU State Migration chart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05993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Moved Up   </a:t>
            </a:r>
            <a:r>
              <a:rPr lang="en-US" sz="10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Same Category   </a:t>
            </a: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= Moved Down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43484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72744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FCU — Concentration in Largest States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5001768"/>
            <a:ext cx="5715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pattern is 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blue "Same Category" segment averages around 80%. Roughly 4 of 5 FCUs remain in their current size category over 5 years.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leads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absolute upward mobility — 51 FCUs (20% of 260) move up. </a:t>
            </a: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with 34 (15%), then </a:t>
            </a: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28 (20%).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concentrates in the largest states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just proportionally, but in raw numbers.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472744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FISCU — Midwest-Driven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5001768"/>
            <a:ext cx="5715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"/>
              </a:spcAft>
              <a:buSzPct val="100000"/>
              <a:buChar char="■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geographical pattern. </a:t>
            </a: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 leads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28 FISCUs (28% of 99) — </a:t>
            </a: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highest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 is second with 26 (23%), followed by IL (18, 13%) and TX (18, 12%).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 stands out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 FISCUs (6%) moving up but also 3 (6%) moving down, the highest downward migration rate in the chart.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in the Midwest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WI, MI, and IL account for a sizable share of upward FISCU mobility.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6446520"/>
            <a:ext cx="1143000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FCU growth is concentrated in the largest coastal states (NY, TX, CA); FISCU growth is concentrated in Midwest states (WI, MI, IL) — likely reflecting differences in state regulatory frameworks.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307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Saurabh Datta</cp:lastModifiedBy>
  <cp:revision>1</cp:revision>
  <dcterms:created xsi:type="dcterms:W3CDTF">2026-04-28T13:58:34Z</dcterms:created>
  <dcterms:modified xsi:type="dcterms:W3CDTF">2026-04-28T14:06:53Z</dcterms:modified>
</cp:coreProperties>
</file>